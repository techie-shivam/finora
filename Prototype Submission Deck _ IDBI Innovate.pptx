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4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name: Team </a:t>
            </a:r>
            <a:r>
              <a:rPr lang="en-GB" sz="1500" b="1" dirty="0" err="1"/>
              <a:t>UdyamAI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Srinivas </a:t>
            </a:r>
            <a:r>
              <a:rPr lang="en-GB" sz="1500" b="1" dirty="0" err="1"/>
              <a:t>Sahan</a:t>
            </a:r>
            <a:r>
              <a:rPr lang="en-GB" sz="1500" b="1" dirty="0"/>
              <a:t> </a:t>
            </a:r>
            <a:r>
              <a:rPr lang="en-GB" sz="1500" b="1" dirty="0" err="1"/>
              <a:t>Kolluri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Problem Statement: 3- Financial Health Score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Brief about the idea</a:t>
            </a:r>
            <a:endParaRPr b="1" dirty="0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101297-FEED-D75B-B019-2C66E3473B60}"/>
              </a:ext>
            </a:extLst>
          </p:cNvPr>
          <p:cNvSpPr txBox="1"/>
          <p:nvPr/>
        </p:nvSpPr>
        <p:spPr>
          <a:xfrm>
            <a:off x="265350" y="1129085"/>
            <a:ext cx="682221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b="1"/>
            </a:lvl1pPr>
          </a:lstStyle>
          <a:p>
            <a:r>
              <a:rPr lang="en-US" dirty="0" err="1"/>
              <a:t>UdyamAI</a:t>
            </a:r>
            <a:r>
              <a:rPr lang="en-US" dirty="0"/>
              <a:t> - MSME Financial Health, in real time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Opportunities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Provide links to your: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Macintosh PowerPoint</Application>
  <PresentationFormat>On-screen Show (16:9)</PresentationFormat>
  <Paragraphs>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Srinivas Sahan Kolluri</cp:lastModifiedBy>
  <cp:revision>1</cp:revision>
  <dcterms:modified xsi:type="dcterms:W3CDTF">2026-07-03T13:02:03Z</dcterms:modified>
</cp:coreProperties>
</file>